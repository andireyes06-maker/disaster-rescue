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guide uses real Flutter Chrome captures from isolated local emulators with fictional accounts. Debug ribbons and emulator warnings are intentional evidence. This is not a physical-device or signed-release certification. A report does not guarantee immediate rescue.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supplied general brief requires web and mobile, not every staff workspace duplicated natively. Preserve resident/responder mobile scope. Route permissions remain authoritative. Admin is not API-only.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welcome actions. It uses a conceptual route illustration, not live incident counts. Required account fields show asterisks. Do not show real passwords in a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delivery requires configured Cloudinary. Do not present mock coverage as real provider evidence. A failed location permission leaves manual map selection available. The screenshot shows an unselected location and disabled Next with an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storage-failure notices. Do not promise retry protection survives every restart. Native responder attempts remain in memory and are cleared on access/identity loss. Five unresolved payloads are retained per report; the sixth is blocked. Discard is explicit and removes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desktop capture shows the shared notification layout bounded to a reading column and an honest push-not-connected notice. This local environment does not certify push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Recently closed is read-only. A notification alone grants no access. Team and account permissions are checked by server and Firestore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rescued and Status are marked required. A local emulator save in this pass stored an update and the live history showed it. The screenshot is before submission. Avoid a new key when the outcome is uncertain.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image is responder report detail with progress history, not the resident My Reports list. A local test operation assisted two fictional people; this is fixture data. An offline page cannot discover remote revocation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current deployment addresses from HANDOFF. Demonstrate real permitted actions only in isolated test data. DMO has no operational mutation controls. Admin has a real /admin screen. Current routes are documented in outline.md and web/src/App.tsx.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schema.md for reports, updates, users, teams, notifications, audits and server-only recovery ledgers. The diagram abstracts authenticated reads. API Admin SDK owns operational writes; direct client Firestore writes are denied. Do not describe Firestore as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preview is not the final group video. Native permissions, push delivery, restart, TalkBack/VoiceOver and signed iOS/Android releases remain distinct gates. Use current dated test counts from the finish record. Do not invent members, official authority or policy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clearly.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together.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guide · web and mobile · 20 October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834640"/>
            <a:ext cx="6217920" cy="2194560"/>
          </a:xfrm>
          <a:prstGeom prst="roundRect">
            <a:avLst>
              <a:gd name="adj" fmla="val 6250"/>
            </a:avLst>
          </a:prstGeom>
          <a:solidFill>
            <a:srgbClr val="241747"/>
          </a:solidFill>
          <a:ln w="12700">
            <a:solidFill>
              <a:srgbClr val="2417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5468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report.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connected response.</a:t>
            </a:r>
            <a:endParaRPr lang="en-US" sz="2800" dirty="0"/>
          </a:p>
        </p:txBody>
      </p:sp>
      <p:pic>
        <p:nvPicPr>
          <p:cNvPr id="8" name="Image 0" descr="/private/tmp/rescue-release-integration-2026-10-18/docs/user-guide/images/welcome-390-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463040"/>
            <a:ext cx="2148840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workspace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system; each role has a focused workspace.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1088136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5212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Resident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Flutter or web /my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and follow your own incidents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Flutter or web /assignments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Current-team assignments and progress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Dispatcher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/dashboard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Review, prioritize and coordinate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/monitor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Read-only monitoring and analytics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/admin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11D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Account, team and staff administration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8872" marR="118872" marT="118872" marB="118872">
                    <a:lnL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welcome screen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resident account, or sign in with an existing account.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resident account for personal reporting.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shared sign-in for residents and assigned responders.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9319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administration stays in the web workspace.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safety notice before reporting.</a:t>
            </a:r>
            <a:endParaRPr lang="en-US" sz="1900" dirty="0"/>
          </a:p>
        </p:txBody>
      </p:sp>
      <p:pic>
        <p:nvPicPr>
          <p:cNvPr id="14" name="Image 0" descr="/private/tmp/rescue-release-integration-2026-10-18/docs/user-guide/images/welcome-390-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463040"/>
            <a:ext cx="2148840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resident report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 keep the location and details together.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emergency type.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GPS or choose a point on the map.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9319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situation; add contact details and optional photos.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submit, and keep the confirmed reference.</a:t>
            </a:r>
            <a:endParaRPr lang="en-US" sz="1900" dirty="0"/>
          </a:p>
        </p:txBody>
      </p:sp>
      <p:pic>
        <p:nvPicPr>
          <p:cNvPr id="14" name="Image 0" descr="/private/tmp/rescue-release-integration-2026-10-18/docs/user-guide/images/location-3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463040"/>
            <a:ext cx="2148840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lost reply is an uncertain result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creating another report or update.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520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entries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timeout may occur after the server saved the action.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2834640"/>
            <a:ext cx="3520440" cy="2194560"/>
          </a:xfrm>
          <a:prstGeom prst="roundRect">
            <a:avLst/>
          </a:prstGeom>
          <a:solidFill>
            <a:srgbClr val="241747"/>
          </a:solidFill>
          <a:ln w="12700">
            <a:solidFill>
              <a:srgbClr val="E5E3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the same attempt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617720" y="3794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existing key protects retries of unchanged content.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38160" y="2834640"/>
            <a:ext cx="3520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history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366760" y="3794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what was received before explicitly discarding uncertain attempts.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reports and notifications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history and in-app notifications explain the next step.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Reports separates active and historical reports.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report for status and progress history.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9319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bell to open resident notifications.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failure does not remove in-app notifications.</a:t>
            </a:r>
            <a:endParaRPr lang="en-US" sz="1900" dirty="0"/>
          </a:p>
        </p:txBody>
      </p:sp>
      <p:pic>
        <p:nvPicPr>
          <p:cNvPr id="14" name="Image 0" descr="/private/tmp/rescue-release-integration-2026-10-18/docs/user-guide/images/notifications-14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2743200"/>
            <a:ext cx="3977640" cy="2761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acknowledge assignments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Responders see work assigned to their current team.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Assigned → Active.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incident and its location.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9319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the assignment.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map handler when needed.</a:t>
            </a:r>
            <a:endParaRPr lang="en-US" sz="1900" dirty="0"/>
          </a:p>
        </p:txBody>
      </p:sp>
      <p:pic>
        <p:nvPicPr>
          <p:cNvPr id="14" name="Image 0" descr="/private/tmp/rescue-release-integration-2026-10-18/docs/user-guide/images/assigned-3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463040"/>
            <a:ext cx="2148840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an operation update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required fields, then wait for confirmation.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an allowed status.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number of people rescued.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9319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optional factual note.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and confirm the new progress-history entry.</a:t>
            </a:r>
            <a:endParaRPr lang="en-US" sz="1900" dirty="0"/>
          </a:p>
        </p:txBody>
      </p:sp>
      <p:pic>
        <p:nvPicPr>
          <p:cNvPr id="14" name="Image 0" descr="/private/tmp/rescue-release-integration-2026-10-18/docs/user-guide/images/update-3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463040"/>
            <a:ext cx="2148840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progress history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more reveals entries; Load older fetches the next window.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newest 20 entries are fetched first.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entries are initially displayed.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9319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Recently closed remains read-only.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changes clear protected history and drafts.</a:t>
            </a:r>
            <a:endParaRPr lang="en-US" sz="1900" dirty="0"/>
          </a:p>
        </p:txBody>
      </p:sp>
      <p:pic>
        <p:nvPicPr>
          <p:cNvPr id="14" name="Image 0" descr="/private/tmp/rescue-release-integration-2026-10-18/docs/user-guide/images/history-3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463040"/>
            <a:ext cx="2148840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from the web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workspaces remain complete web routes.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5204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→ review/verify → prioritize → assign → close.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2834640"/>
            <a:ext cx="35204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DMO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617720" y="37947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incidents and trends; inspect analytics and exports.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138160" y="2834640"/>
            <a:ext cx="35204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366760" y="37947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accounts and teams, and use granted staff routes.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backend, two clients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writes use the API; reads follow Firestore permissions.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web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0" y="3474720"/>
            <a:ext cx="2743200" cy="914400"/>
          </a:xfrm>
          <a:prstGeom prst="roundRect">
            <a:avLst/>
          </a:prstGeom>
          <a:solidFill>
            <a:srgbClr val="241747"/>
          </a:solidFill>
          <a:ln w="12700">
            <a:solidFill>
              <a:srgbClr val="E5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API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412480" y="274320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/ Firestore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412480" y="420624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4343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 / FCM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383280" y="3200400"/>
            <a:ext cx="1188720" cy="54864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83280" y="4663440"/>
            <a:ext cx="1188720" cy="-54864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3749040"/>
            <a:ext cx="1097280" cy="-54864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0" y="4114800"/>
            <a:ext cx="1097280" cy="54864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972800" y="320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final presentation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5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claims tied to evidence and real ownership.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PowerPoint and review the final rendering.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2461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web/mobile footage with architecture and group narration.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9319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member records their actual contribution.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hotline, policy, support and native signing details.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680960" y="2743200"/>
            <a:ext cx="3840480" cy="2651760"/>
          </a:xfrm>
          <a:prstGeom prst="roundRect">
            <a:avLst/>
          </a:prstGeom>
          <a:solidFill>
            <a:srgbClr val="241747"/>
          </a:solidFill>
          <a:ln w="12700">
            <a:solidFill>
              <a:srgbClr val="2417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locally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955280" y="3657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preview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and golden tests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debug compilation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Rescue Reports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Rescue Reports | User guide</dc:title>
  <dc:subject>Operating guide: resident, responder and staff workspaces</dc:subject>
  <dc:creator>Rescue Reports project</dc:creator>
  <cp:lastModifiedBy>Rescue Reports project</cp:lastModifiedBy>
  <cp:revision>1</cp:revision>
  <dcterms:created xsi:type="dcterms:W3CDTF">2026-10-20T02:40:28Z</dcterms:created>
  <dcterms:modified xsi:type="dcterms:W3CDTF">2026-10-20T02:40:28Z</dcterms:modified>
</cp:coreProperties>
</file>